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Document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MarkItDotNet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PPTX to Markdown</a:t>
            </a:r>
          </a:p>
          <a:p>
            <a:r>
              <a:t>Support for slide titles and content</a:t>
            </a:r>
          </a:p>
          <a:p>
            <a:r>
              <a:t>Handle bullet points and numbered lists</a:t>
            </a:r>
          </a:p>
          <a:p>
            <a:r>
              <a:t>Extract text from 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71500">
                <a:tc>
                  <a:txBody>
                    <a:bodyPr/>
                    <a:lstStyle/>
                    <a:p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Supported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MarkItDotNet converts various document formats to Markdown.</a:t>
            </a:r>
          </a:p>
          <a:p>
            <a:r>
              <a:t>This sample tests the PowerPoint conversion pipeline.</a:t>
            </a:r>
          </a:p>
          <a:p>
            <a:r>
              <a:t>Visit: https://github.com/elbruno/markitdotnet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